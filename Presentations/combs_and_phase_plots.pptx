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1BF70-242D-829A-3D78-280EA143D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FB8F8-A349-45DC-E883-4E69C3F73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56776-D4FB-C3F5-F35B-8D109457F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81E7-74D7-43A1-9FAD-24064EA0AB03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FA1CD-E2EF-BDD1-1B90-5A67FF806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E1514-B98E-3B9A-FD0A-D8ABCFFAD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36FD-86C5-4C84-AEF1-5834FDF33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7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D7493-0800-1FE7-098B-BE651B8E9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73006-9BD7-39DB-AF0E-0D45067EB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E3335-9286-DF20-B85B-41C53C6F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81E7-74D7-43A1-9FAD-24064EA0AB03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96382-0048-8D66-DF0A-BA0076191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3D705-0009-292E-369C-BA3D904B0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36FD-86C5-4C84-AEF1-5834FDF33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94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7FBF-7656-6D36-EEEE-1CC4E8FD1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FC605-FDE8-C1AF-9F7B-A085647CF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463D3-8BEF-1AAE-9E6E-3D0EB674A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81E7-74D7-43A1-9FAD-24064EA0AB03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5E105-4BDD-89DA-5277-A3C028A9F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0C1A2-7D57-F57F-6589-633AD26C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36FD-86C5-4C84-AEF1-5834FDF33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3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0851C-DF2A-3E1A-C0E6-56B411E5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AB34E-F871-0F2F-8560-C2A87B5D9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E6C4A-146D-50F0-C600-DCAF598BE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2FB21-E41C-830D-7432-760B7897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81E7-74D7-43A1-9FAD-24064EA0AB03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DCDB5-4EEC-5D6D-F864-FA42B2801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C3A30-F828-EA8A-C0CC-0B0D71F7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36FD-86C5-4C84-AEF1-5834FDF33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68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02B65-7952-8697-8537-98F3D2A1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5A772-98F5-E214-4D3B-77CFC7AAB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80AE1-A952-B107-2E6C-88AF6062A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788038-C677-7BC1-7C94-3611B0DA0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C2875-C7C0-2BE2-A198-EA61B7BD3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E65454-3C5D-665C-817D-E89AC11F5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81E7-74D7-43A1-9FAD-24064EA0AB03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E36EB-4C18-8804-75EB-B323B9B69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074489-B69D-1E46-71FC-429C27997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36FD-86C5-4C84-AEF1-5834FDF33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05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23002-EF56-3DAB-9696-2DB7CF19B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693D4F-1D83-AB32-4068-629A165D3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81E7-74D7-43A1-9FAD-24064EA0AB03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B4AA30-0FE2-2A05-100C-EAECA6894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09FB4-9A04-A83D-927C-6F22A46C1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36FD-86C5-4C84-AEF1-5834FDF33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28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4D92C-5F38-B4EE-AAD7-F980A11A0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81E7-74D7-43A1-9FAD-24064EA0AB03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0F817-D08F-B307-21A2-5194678D5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C44D4-F8C6-E7C5-0848-5F267309C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36FD-86C5-4C84-AEF1-5834FDF33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9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424E7-F8F4-885B-141B-BA033D62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646EB-A0D1-BDB2-E76A-BB6979B6E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ACEDD-F29F-F707-6E15-D24E8D610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9B2FD-C7A2-D7CD-E686-85805BD32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81E7-74D7-43A1-9FAD-24064EA0AB03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23386-AC44-0FBD-E32B-11328123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B2C7B-6189-ADDB-9774-D1A25C16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36FD-86C5-4C84-AEF1-5834FDF33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AEC8-7C4C-01EF-9B24-D033B40D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BC4894-3AC3-A687-53C0-53CBB143C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A6054-73AE-EE44-A19B-24A3628CD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23CF7-8F3A-1FB1-896C-55934D546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81E7-74D7-43A1-9FAD-24064EA0AB03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3C9E5-AB9C-1C5C-3BFB-1F0C937FA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4EF19-943B-0F54-91D5-714EB51D5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36FD-86C5-4C84-AEF1-5834FDF33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6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15888-0626-80FD-8164-249DC162A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D81B2-79C2-FA92-5649-6CC6AC9B4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62ED0-4478-2EEC-B263-34FAC0959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81E7-74D7-43A1-9FAD-24064EA0AB03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5D557-B2C8-C5E4-1125-CED119B78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56E8E-0D4C-FC00-BF6B-0DA796557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36FD-86C5-4C84-AEF1-5834FDF33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0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2D54E-0BF3-2C82-24A6-D37DB921F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C3ADB-9DB3-4620-319B-FDC602AE5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37039-353F-6DBA-1767-A9794148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81E7-74D7-43A1-9FAD-24064EA0AB03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DDA3F-A464-8BB7-0529-8A055B11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B0F16-EA68-C4AA-D6D5-8D6E06A0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36FD-86C5-4C84-AEF1-5834FDF33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80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90E28E-3F17-2AB0-EF0C-FDE05D321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92960-00FC-0AEE-4D34-D42F7CA98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624CB-CAFC-52D3-8AD3-944459B5B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E81E7-74D7-43A1-9FAD-24064EA0AB03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D1D86-324D-C2C4-CEA0-793D77273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24E12-0903-AD90-1AFA-1E4A745E2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A536FD-86C5-4C84-AEF1-5834FDF33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89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7D67F996-FA9D-52D8-1310-C64FFB698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43" y="318220"/>
            <a:ext cx="3940376" cy="2963588"/>
          </a:xfrm>
          <a:prstGeom prst="rect">
            <a:avLst/>
          </a:prstGeom>
        </p:spPr>
      </p:pic>
      <p:pic>
        <p:nvPicPr>
          <p:cNvPr id="9" name="Picture 8" descr="A blue oval with lines drawn on it&#10;&#10;AI-generated content may be incorrect.">
            <a:extLst>
              <a:ext uri="{FF2B5EF4-FFF2-40B4-BE49-F238E27FC236}">
                <a16:creationId xmlns:a16="http://schemas.microsoft.com/office/drawing/2014/main" id="{BD50CE8C-E17A-76DC-3B0B-B4516367E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986" y="20539"/>
            <a:ext cx="4632786" cy="3408461"/>
          </a:xfrm>
          <a:prstGeom prst="rect">
            <a:avLst/>
          </a:prstGeom>
        </p:spPr>
      </p:pic>
      <p:pic>
        <p:nvPicPr>
          <p:cNvPr id="11" name="Picture 10" descr="A blue scribble on a white background&#10;&#10;AI-generated content may be incorrect.">
            <a:extLst>
              <a:ext uri="{FF2B5EF4-FFF2-40B4-BE49-F238E27FC236}">
                <a16:creationId xmlns:a16="http://schemas.microsoft.com/office/drawing/2014/main" id="{BD376274-EF8C-3DEE-BFB9-36D830527C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618" y="3500651"/>
            <a:ext cx="4676154" cy="34324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6D47D6-6660-3877-68D6-6814AFFE902C}"/>
                  </a:ext>
                </a:extLst>
              </p:cNvPr>
              <p:cNvSpPr txBox="1"/>
              <p:nvPr/>
            </p:nvSpPr>
            <p:spPr>
              <a:xfrm>
                <a:off x="1870161" y="28928"/>
                <a:ext cx="2702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Frequency comb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6D47D6-6660-3877-68D6-6814AFFE9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161" y="28928"/>
                <a:ext cx="2702256" cy="369332"/>
              </a:xfrm>
              <a:prstGeom prst="rect">
                <a:avLst/>
              </a:prstGeom>
              <a:blipFill>
                <a:blip r:embed="rId5"/>
                <a:stretch>
                  <a:fillRect l="-2032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956600-24ED-960E-DFE6-08FF31A8821B}"/>
                  </a:ext>
                </a:extLst>
              </p:cNvPr>
              <p:cNvSpPr txBox="1"/>
              <p:nvPr/>
            </p:nvSpPr>
            <p:spPr>
              <a:xfrm>
                <a:off x="8426450" y="-51112"/>
                <a:ext cx="2152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956600-24ED-960E-DFE6-08FF31A88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0" y="-51112"/>
                <a:ext cx="2152650" cy="369332"/>
              </a:xfrm>
              <a:prstGeom prst="rect">
                <a:avLst/>
              </a:prstGeom>
              <a:blipFill>
                <a:blip r:embed="rId6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73B14E-BFCE-B8B1-276F-C070F6C28682}"/>
                  </a:ext>
                </a:extLst>
              </p:cNvPr>
              <p:cNvSpPr txBox="1"/>
              <p:nvPr/>
            </p:nvSpPr>
            <p:spPr>
              <a:xfrm>
                <a:off x="8426450" y="3357349"/>
                <a:ext cx="2152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73B14E-BFCE-B8B1-276F-C070F6C28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0" y="3357349"/>
                <a:ext cx="2152650" cy="369332"/>
              </a:xfrm>
              <a:prstGeom prst="rect">
                <a:avLst/>
              </a:prstGeom>
              <a:blipFill>
                <a:blip r:embed="rId7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2BBB170-80F7-4CEE-B85B-1E35324E91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843" y="3765670"/>
            <a:ext cx="3940376" cy="29023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43D14C-B909-D5FF-AD8B-2A4B6C6A637A}"/>
                  </a:ext>
                </a:extLst>
              </p:cNvPr>
              <p:cNvSpPr txBox="1"/>
              <p:nvPr/>
            </p:nvSpPr>
            <p:spPr>
              <a:xfrm>
                <a:off x="1729903" y="3464998"/>
                <a:ext cx="2702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Frequency comb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43D14C-B909-D5FF-AD8B-2A4B6C6A6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903" y="3464998"/>
                <a:ext cx="2702256" cy="369332"/>
              </a:xfrm>
              <a:prstGeom prst="rect">
                <a:avLst/>
              </a:prstGeom>
              <a:blipFill>
                <a:blip r:embed="rId9"/>
                <a:stretch>
                  <a:fillRect l="-2032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975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Zheming Li</dc:creator>
  <cp:lastModifiedBy>Zheming Li</cp:lastModifiedBy>
  <cp:revision>4</cp:revision>
  <dcterms:created xsi:type="dcterms:W3CDTF">2025-08-11T16:37:13Z</dcterms:created>
  <dcterms:modified xsi:type="dcterms:W3CDTF">2025-08-13T17:19:25Z</dcterms:modified>
</cp:coreProperties>
</file>